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FirstNet-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REVFire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AtlanticEmergency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Pierce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mericanWoodCou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tp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MSA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1-800-Boar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Whe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ReadyRe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