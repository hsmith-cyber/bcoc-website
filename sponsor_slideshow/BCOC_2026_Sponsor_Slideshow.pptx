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  <p:showPr loop="1" showNarration="0">
    <p:present/>
    <p:sldAll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FirstNet-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6000" advClick="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REVFire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6000" advClick="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AtlanticEmer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6000" advClick="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PierceManufactu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6000" advClick="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AmericanWoodCounc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6000" advClick="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tp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6000" advClick="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MSA-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6000" advClick="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1-800-Boar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6000" advClick="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Whe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6000" advClick="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ReadyRe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6000" advClick="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